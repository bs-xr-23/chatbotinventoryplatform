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'Title'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'Python Foundations'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'Expense Tracker (CLI App)'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'NLP Fundamentals'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'Sequence Models &amp; Attention'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'Transformers &amp; Tokenization'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'Advanced NLP &amp; Evaluation'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'Brick Breaker (Pygame)'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'LLM Concepts'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'Open Source LLMs'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'Prompt Engineering &amp; Chatbots'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'Fine-Tuning &amp; PEFT'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'RAG Systems'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'Multimodal Work'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slide 'Conclusion'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Internship Presentation</a:t>
            </a:r>
          </a:p>
          <a:p>
            <a:pPr/>
            <a:r>
              <a:t>AI/ML Engineering — Learning Summary</a:t>
            </a:r>
          </a:p>
          <a:p>
            <a:pPr/>
            <a:r>
              <a:t>By: Kawsar Mahmud Sagor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Python basics: syntax, loops, functions, OOP</a:t>
            </a:r>
          </a:p>
          <a:p>
            <a:pPr/>
            <a:r>
              <a:t>File handling, error handling</a:t>
            </a:r>
          </a:p>
          <a:p>
            <a:pPr/>
            <a:r>
              <a:t>numpy, pandas, matplotlib</a:t>
            </a:r>
          </a:p>
          <a:p>
            <a:pPr/>
            <a:r>
              <a:t>Mini projects: calculator, CSV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Expense Tracker (CLI App)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CSV/SQLite storage</a:t>
            </a:r>
          </a:p>
          <a:p>
            <a:pPr/>
            <a:r>
              <a:t>Add / view / filter expenses</a:t>
            </a:r>
          </a:p>
          <a:p>
            <a:pPr/>
            <a:r>
              <a:t>Monthly totals + export</a:t>
            </a:r>
          </a:p>
          <a:p>
            <a:pPr/>
            <a:r>
              <a:t>Charts with matplotlib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Tokenization, stopwords, stemming, lemmatization</a:t>
            </a:r>
          </a:p>
          <a:p>
            <a:pPr/>
            <a:r>
              <a:t>BoW, TF-IDF, n-grams</a:t>
            </a:r>
          </a:p>
          <a:p>
            <a:pPr/>
            <a:r>
              <a:t>Word2Vec, GloVe, FastText</a:t>
            </a:r>
          </a:p>
          <a:p>
            <a:pPr/>
            <a:r>
              <a:t>Semantic similarity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Models &amp;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RNN → LSTM → GRU</a:t>
            </a:r>
          </a:p>
          <a:p>
            <a:pPr/>
            <a:r>
              <a:t>Seq2Seq with attention</a:t>
            </a:r>
          </a:p>
          <a:p>
            <a:pPr/>
            <a:r>
              <a:t>Sentiment classifier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Transformers &amp; 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Self-attention, encoder/decoder</a:t>
            </a:r>
          </a:p>
          <a:p>
            <a:pPr/>
            <a:r>
              <a:t>Tokenizers: BPE, WordPiece</a:t>
            </a:r>
          </a:p>
          <a:p>
            <a:pPr/>
            <a:r>
              <a:t>BERT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NLP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MLM vs CLM</a:t>
            </a:r>
          </a:p>
          <a:p>
            <a:pPr/>
            <a:r>
              <a:t>Fine-tuning BERT/GPT</a:t>
            </a:r>
          </a:p>
          <a:p>
            <a:pPr/>
            <a:r>
              <a:t>Accuracy, F1, BLEU, ROUGE</a:t>
            </a:r>
          </a:p>
          <a:p>
            <a:pPr/>
            <a:r>
              <a:t>RAG basics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Brick Breaker (Pygame)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Ball physics, collisions, scoring</a:t>
            </a:r>
          </a:p>
          <a:p>
            <a:pPr/>
            <a:r>
              <a:t>Lives system + game loop</a:t>
            </a:r>
          </a:p>
          <a:p>
            <a:pPr/>
            <a:r>
              <a:t>Optional power-ups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Tokenization → embeddings → attention</a:t>
            </a:r>
          </a:p>
          <a:p>
            <a:pPr/>
            <a:r>
              <a:t>Transformer stack</a:t>
            </a:r>
          </a:p>
          <a:p>
            <a:pPr/>
            <a:r>
              <a:t>Training + inference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Source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LLaMA, Mistral, Phi-3, Gemma</a:t>
            </a:r>
          </a:p>
          <a:p>
            <a:pPr/>
            <a:r>
              <a:t>Ollama, HF, GGUF/GPTQ</a:t>
            </a:r>
          </a:p>
          <a:p>
            <a:pPr/>
            <a:r>
              <a:t>Performance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Engineering &amp; Chatbots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Zero-shot / few-shot / CoT</a:t>
            </a:r>
          </a:p>
          <a:p>
            <a:pPr/>
            <a:r>
              <a:t>LangChain chatbot</a:t>
            </a:r>
          </a:p>
          <a:p>
            <a:pPr/>
            <a:r>
              <a:t>FastAPI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Fine-Tuning &amp; PEFT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LoRA, QLoRA</a:t>
            </a:r>
          </a:p>
          <a:p>
            <a:pPr/>
            <a:r>
              <a:t>Dataset cleaning &amp; tokenizer</a:t>
            </a:r>
          </a:p>
          <a:p>
            <a:pPr/>
            <a:r>
              <a:t>Fine-tuned small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Chunking, embeddings, vector DBs</a:t>
            </a:r>
          </a:p>
          <a:p>
            <a:pPr/>
            <a:r>
              <a:t>Chroma + SentenceTransformers</a:t>
            </a:r>
          </a:p>
          <a:p>
            <a:pPr/>
            <a:r>
              <a:t>PDF knowledge base bot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Multimodal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BLIP, CLIP, LLaVA</a:t>
            </a:r>
          </a:p>
          <a:p>
            <a:pPr/>
            <a:r>
              <a:t>Whisper STT + TTS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End-to-end ML + NLP + LLM exposure</a:t>
            </a:r>
          </a:p>
          <a:p>
            <a:pPr/>
            <a:r>
              <a:t>Practical project experience</a:t>
            </a:r>
          </a:p>
          <a:p>
            <a:pPr/>
            <a:r>
              <a:t>Ready for AI/ML engineer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