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6" r:id="rId9"/>
    <p:sldId id="268" r:id="rId10"/>
    <p:sldId id="271" r:id="rId11"/>
    <p:sldId id="272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FC68E8-0872-0C07-CF18-7F34598AE725}" v="306" dt="2025-12-01T15:07:31.3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31C81-73AC-4E86-B591-F7EB0CBD90F2}" type="datetimeFigureOut"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E7B1-9A0F-4DA4-8637-FBB7C4DA18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86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slide 'Title'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slide 'Python Foundations'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slide 'NLP Fundamentals'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slide 'Sequence Models &amp; Attention'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slide 'Transformers &amp; Tokenization'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slide 'LLM Concepts'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slide 'Open Source LLMs'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slide 'Prompt Engineering &amp; Chatbots'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slide 'RAG Systems'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slide 'Conclusion' in about 1 minute to fit 15-minute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Internship Presentation</a:t>
            </a:r>
          </a:p>
          <a:p>
            <a:r>
              <a:t>AI/ML Engineering — Learning Summary</a:t>
            </a:r>
          </a:p>
          <a:p>
            <a:r>
              <a:t>By: Kawsar Mahmud Sagor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/>
          </a:p>
          <a:p>
            <a:r>
              <a:rPr dirty="0"/>
              <a:t>Python basics: syntax, loops, functions, OOP</a:t>
            </a:r>
            <a:endParaRPr dirty="0">
              <a:ea typeface="Calibri"/>
              <a:cs typeface="Calibri"/>
            </a:endParaRPr>
          </a:p>
          <a:p>
            <a:r>
              <a:rPr dirty="0"/>
              <a:t>File handling, error handling</a:t>
            </a:r>
            <a:endParaRPr dirty="0">
              <a:ea typeface="Calibri"/>
              <a:cs typeface="Calibri"/>
            </a:endParaRPr>
          </a:p>
          <a:p>
            <a:r>
              <a:rPr lang="en-US" dirty="0"/>
              <a:t>Libraries: </a:t>
            </a:r>
            <a:r>
              <a:rPr lang="en-US" dirty="0" err="1"/>
              <a:t>numpy</a:t>
            </a:r>
            <a:r>
              <a:rPr dirty="0"/>
              <a:t>, pandas, matplotlib</a:t>
            </a:r>
            <a:endParaRPr dirty="0">
              <a:ea typeface="Calibri"/>
              <a:cs typeface="Calibri"/>
            </a:endParaRPr>
          </a:p>
          <a:p>
            <a:r>
              <a:rPr dirty="0"/>
              <a:t>Mini projects: calculator, CSV analysis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dirty="0"/>
          </a:p>
          <a:p>
            <a:r>
              <a:rPr dirty="0"/>
              <a:t>Tokenization, </a:t>
            </a:r>
            <a:r>
              <a:rPr dirty="0" err="1"/>
              <a:t>stopwords</a:t>
            </a:r>
            <a:r>
              <a:rPr dirty="0"/>
              <a:t>, stemming, lemmatization</a:t>
            </a:r>
            <a:endParaRPr dirty="0">
              <a:ea typeface="Calibri"/>
              <a:cs typeface="Calibri"/>
            </a:endParaRPr>
          </a:p>
          <a:p>
            <a:r>
              <a:rPr dirty="0" err="1"/>
              <a:t>BoW</a:t>
            </a:r>
            <a:r>
              <a:rPr dirty="0"/>
              <a:t>, TF-IDF, n-grams</a:t>
            </a:r>
            <a:endParaRPr dirty="0">
              <a:ea typeface="Calibri"/>
              <a:cs typeface="Calibri"/>
            </a:endParaRPr>
          </a:p>
          <a:p>
            <a:r>
              <a:rPr lang="en-US" dirty="0"/>
              <a:t>Embedding: </a:t>
            </a:r>
            <a:r>
              <a:rPr dirty="0"/>
              <a:t>Word2Vec</a:t>
            </a:r>
            <a:endParaRPr dirty="0">
              <a:ea typeface="Calibri"/>
              <a:cs typeface="Calibri"/>
            </a:endParaRPr>
          </a:p>
          <a:p>
            <a:r>
              <a:rPr dirty="0"/>
              <a:t>Semantic </a:t>
            </a:r>
            <a:r>
              <a:rPr lang="en-US" dirty="0"/>
              <a:t>searching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Models &amp;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RNN → LSTM → GRU</a:t>
            </a:r>
          </a:p>
          <a:p>
            <a:r>
              <a:t>Seq2Seq </a:t>
            </a:r>
            <a:r>
              <a:rPr lang="en-US"/>
              <a:t>models</a:t>
            </a:r>
            <a:endParaRPr lang="en-US" dirty="0"/>
          </a:p>
          <a:p>
            <a:r>
              <a:rPr dirty="0"/>
              <a:t>Sentiment classifier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Transformers &amp; 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/>
          </a:p>
          <a:p>
            <a:r>
              <a:rPr dirty="0"/>
              <a:t>Self-attention, encoder/decoder</a:t>
            </a:r>
            <a:endParaRPr dirty="0">
              <a:ea typeface="Calibri"/>
              <a:cs typeface="Calibri"/>
            </a:endParaRPr>
          </a:p>
          <a:p>
            <a:r>
              <a:rPr dirty="0"/>
              <a:t>Tokenizers: BPE, </a:t>
            </a:r>
            <a:r>
              <a:rPr dirty="0" err="1"/>
              <a:t>WordPiece</a:t>
            </a:r>
            <a:endParaRPr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Tokenization → embeddings → attention</a:t>
            </a:r>
          </a:p>
          <a:p>
            <a:r>
              <a:rPr dirty="0"/>
              <a:t>Training + inference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Source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/>
          </a:p>
          <a:p>
            <a:r>
              <a:rPr dirty="0" err="1"/>
              <a:t>LLaMA</a:t>
            </a:r>
            <a:r>
              <a:rPr dirty="0"/>
              <a:t>, Mistral, Phi-3, Gemma</a:t>
            </a:r>
            <a:endParaRPr dirty="0">
              <a:ea typeface="Calibri"/>
              <a:cs typeface="Calibri"/>
            </a:endParaRPr>
          </a:p>
          <a:p>
            <a:r>
              <a:rPr dirty="0"/>
              <a:t>Ollama, </a:t>
            </a:r>
            <a:r>
              <a:rPr lang="en-US" dirty="0" err="1"/>
              <a:t>HuggingFace</a:t>
            </a:r>
            <a:endParaRPr dirty="0" err="1"/>
          </a:p>
          <a:p>
            <a:r>
              <a:rPr dirty="0"/>
              <a:t>Performance comparison</a:t>
            </a:r>
            <a:r>
              <a:rPr lang="en-US" dirty="0"/>
              <a:t> of open-source models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Engineering &amp; Chatbots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dirty="0"/>
          </a:p>
          <a:p>
            <a:r>
              <a:rPr dirty="0"/>
              <a:t>Zero-shot / few-shot </a:t>
            </a:r>
            <a:r>
              <a:rPr lang="en-US" dirty="0"/>
              <a:t>prompting</a:t>
            </a:r>
            <a:endParaRPr dirty="0"/>
          </a:p>
          <a:p>
            <a:r>
              <a:rPr lang="en-US" dirty="0"/>
              <a:t>Chatbot-</a:t>
            </a:r>
            <a:r>
              <a:rPr lang="en-US" dirty="0" err="1"/>
              <a:t>Langchain</a:t>
            </a:r>
            <a:r>
              <a:rPr lang="en-US" dirty="0"/>
              <a:t> framework</a:t>
            </a:r>
            <a:endParaRPr dirty="0"/>
          </a:p>
          <a:p>
            <a:r>
              <a:rPr dirty="0" err="1"/>
              <a:t>FastAPI</a:t>
            </a:r>
            <a:r>
              <a:rPr dirty="0"/>
              <a:t> backend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/>
          </a:p>
          <a:p>
            <a:r>
              <a:rPr dirty="0"/>
              <a:t>Chunking, embeddings, vector DBs</a:t>
            </a:r>
            <a:endParaRPr dirty="0">
              <a:ea typeface="Calibri"/>
              <a:cs typeface="Calibri"/>
            </a:endParaRPr>
          </a:p>
          <a:p>
            <a:r>
              <a:rPr lang="en-US" dirty="0" err="1"/>
              <a:t>ChromaDb</a:t>
            </a:r>
            <a:r>
              <a:rPr dirty="0"/>
              <a:t> + </a:t>
            </a:r>
            <a:r>
              <a:rPr dirty="0" err="1"/>
              <a:t>SentenceTransformers</a:t>
            </a:r>
            <a:endParaRPr>
              <a:ea typeface="Calibri"/>
              <a:cs typeface="Calibri"/>
            </a:endParaRPr>
          </a:p>
          <a:p>
            <a:r>
              <a:rPr dirty="0"/>
              <a:t>PDF knowledge base bot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C627F-5C86-18A5-CF27-B824DD8E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Version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FEA40-35E8-EB14-ACBE-2F237E16C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Git, Git-remote</a:t>
            </a:r>
          </a:p>
          <a:p>
            <a:r>
              <a:rPr lang="en-US" dirty="0">
                <a:ea typeface="Calibri"/>
                <a:cs typeface="Calibri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81925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2BD8-770F-6B88-F4C1-61917015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Projects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FD06C-FDE8-9304-17BD-70EB88706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Calibri"/>
                <a:cs typeface="Calibri"/>
              </a:rPr>
              <a:t>Expense-Tracker CLI app</a:t>
            </a:r>
          </a:p>
          <a:p>
            <a:r>
              <a:rPr lang="en-US" dirty="0">
                <a:ea typeface="Calibri"/>
                <a:cs typeface="Calibri"/>
              </a:rPr>
              <a:t>Brick-breaker game (</a:t>
            </a:r>
            <a:r>
              <a:rPr lang="en-US" dirty="0" err="1">
                <a:ea typeface="Calibri"/>
                <a:cs typeface="Calibri"/>
              </a:rPr>
              <a:t>pygame</a:t>
            </a:r>
            <a:r>
              <a:rPr lang="en-US" dirty="0">
                <a:ea typeface="Calibri"/>
                <a:cs typeface="Calibri"/>
              </a:rPr>
              <a:t>)</a:t>
            </a:r>
          </a:p>
          <a:p>
            <a:r>
              <a:rPr lang="en-US" dirty="0" err="1">
                <a:ea typeface="Calibri"/>
                <a:cs typeface="Calibri"/>
              </a:rPr>
              <a:t>Coderax</a:t>
            </a:r>
            <a:r>
              <a:rPr lang="en-US" dirty="0">
                <a:ea typeface="Calibri"/>
                <a:cs typeface="Calibri"/>
              </a:rPr>
              <a:t>-Try On (Custom model training)</a:t>
            </a:r>
          </a:p>
          <a:p>
            <a:r>
              <a:rPr lang="en-US" dirty="0">
                <a:ea typeface="Calibri"/>
                <a:cs typeface="Calibri"/>
              </a:rPr>
              <a:t>ADGM Academy Learning Experience Platform (Feature list creation)</a:t>
            </a:r>
          </a:p>
          <a:p>
            <a:r>
              <a:rPr lang="en-US" dirty="0">
                <a:ea typeface="Calibri"/>
                <a:cs typeface="Calibri"/>
              </a:rPr>
              <a:t>Woo-try On (current)</a:t>
            </a:r>
          </a:p>
          <a:p>
            <a:r>
              <a:rPr lang="en-US" dirty="0">
                <a:ea typeface="Calibri"/>
                <a:cs typeface="Calibri"/>
              </a:rPr>
              <a:t>Sales-Agent (current)</a:t>
            </a:r>
          </a:p>
          <a:p>
            <a:r>
              <a:rPr lang="en-US" dirty="0">
                <a:ea typeface="Calibri"/>
                <a:cs typeface="Calibri"/>
              </a:rPr>
              <a:t>Chatbot Inventory Platform (current)</a:t>
            </a:r>
          </a:p>
        </p:txBody>
      </p:sp>
    </p:spTree>
    <p:extLst>
      <p:ext uri="{BB962C8B-B14F-4D97-AF65-F5344CB8AC3E}">
        <p14:creationId xmlns:p14="http://schemas.microsoft.com/office/powerpoint/2010/main" val="4261688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End-to-end ML + NLP + LLM exposure</a:t>
            </a:r>
          </a:p>
          <a:p>
            <a:r>
              <a:t>Practical project experience</a:t>
            </a:r>
          </a:p>
          <a:p>
            <a:r>
              <a:t>Ready for AI/ML engineer role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356</Words>
  <Application>Microsoft Office PowerPoint</Application>
  <PresentationFormat>On-screen Show (4:3)</PresentationFormat>
  <Paragraphs>71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Title</vt:lpstr>
      <vt:lpstr>Python Foundations</vt:lpstr>
      <vt:lpstr>NLP Fundamentals</vt:lpstr>
      <vt:lpstr>Sequence Models &amp; Attention</vt:lpstr>
      <vt:lpstr>Transformers &amp; Tokenization</vt:lpstr>
      <vt:lpstr>LLM Concepts</vt:lpstr>
      <vt:lpstr>Open Source LLMs</vt:lpstr>
      <vt:lpstr>Prompt Engineering &amp; Chatbots</vt:lpstr>
      <vt:lpstr>RAG Systems</vt:lpstr>
      <vt:lpstr>Version Control</vt:lpstr>
      <vt:lpstr>Projects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Kawsar Mahmud Sagor</cp:lastModifiedBy>
  <cp:revision>97</cp:revision>
  <dcterms:created xsi:type="dcterms:W3CDTF">2013-01-27T09:14:16Z</dcterms:created>
  <dcterms:modified xsi:type="dcterms:W3CDTF">2025-12-03T10:18:58Z</dcterms:modified>
  <cp:category/>
</cp:coreProperties>
</file>